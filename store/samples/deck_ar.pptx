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4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900000"/>
            <a:ext cx="12192000" cy="19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500000"/>
            <a:ext cx="10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400" b="1">
                <a:solidFill>
                  <a:srgbClr val="FFFFFF"/>
                </a:solidFill>
                <a:latin typeface="Cairo"/>
              </a:rPr>
              <a:t>خطة النمو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90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0">
                <a:solidFill>
                  <a:srgbClr val="D8EEF2"/>
                </a:solidFill>
                <a:latin typeface="Cairo"/>
              </a:rPr>
              <a:t>ثلاث أولويات لعام أقوى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5300000"/>
            <a:ext cx="10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FFFFFF"/>
                </a:solidFill>
                <a:latin typeface="Cairo"/>
              </a:rPr>
              <a:t>فريق الإدارة · أكتوبر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5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>
                <a:solidFill>
                  <a:srgbClr val="154F5E"/>
                </a:solidFill>
                <a:latin typeface="Cairo"/>
              </a:rPr>
              <a:t>الأولويات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7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0">
                <a:solidFill>
                  <a:srgbClr val="333D42"/>
                </a:solidFill>
                <a:latin typeface="Cairo"/>
              </a:rPr>
              <a:t>●  توسيع الفروع في الإمارات الشمالية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0">
                <a:solidFill>
                  <a:srgbClr val="333D42"/>
                </a:solidFill>
                <a:latin typeface="Cairo"/>
              </a:rPr>
              <a:t>●  إطلاق المتجر الإلكتروني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90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0">
                <a:solidFill>
                  <a:srgbClr val="333D42"/>
                </a:solidFill>
                <a:latin typeface="Cairo"/>
              </a:rPr>
              <a:t>●  رفع رضا العملاء إلى 95%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