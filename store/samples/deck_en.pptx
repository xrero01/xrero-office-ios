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4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900000"/>
            <a:ext cx="12192000" cy="19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10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Growth Plan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90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8EEF2"/>
                </a:solidFill>
                <a:latin typeface="Calibri"/>
              </a:rPr>
              <a:t>Three priorities for a stronger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5300000"/>
            <a:ext cx="10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Leadership team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4F5E"/>
                </a:solidFill>
                <a:latin typeface="Calibri"/>
              </a:rPr>
              <a:t>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7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D42"/>
                </a:solidFill>
                <a:latin typeface="Calibri"/>
              </a:rPr>
              <a:t>●  Expand into the Northern Emirates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D42"/>
                </a:solidFill>
                <a:latin typeface="Calibri"/>
              </a:rPr>
              <a:t>●  Launch the online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9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D42"/>
                </a:solidFill>
                <a:latin typeface="Calibri"/>
              </a:rPr>
              <a:t>●  Lift customer satisfaction to 95%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