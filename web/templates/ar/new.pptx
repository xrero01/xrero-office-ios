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 algn="r" rtl="1">
      <a:defRPr lang="ar-AE"/>
    </a:defPPr>
    <a:lvl1pPr marL="0" indent="0" algn="r" rtl="1">
      <a:spcBef>
        <a:spcPts val="0"/>
      </a:spcBef>
      <a:buNone/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indent="0" algn="r" rtl="1">
      <a:spcBef>
        <a:spcPts val="0"/>
      </a:spcBef>
      <a:buNone/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indent="0" algn="r" rtl="1">
      <a:spcBef>
        <a:spcPts val="0"/>
      </a:spcBef>
      <a:buNone/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indent="0" algn="r" rtl="1">
      <a:spcBef>
        <a:spcPts val="0"/>
      </a:spcBef>
      <a:buNone/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indent="0" algn="r" rtl="1">
      <a:spcBef>
        <a:spcPts val="0"/>
      </a:spcBef>
      <a:buNone/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indent="0" algn="r" rtl="1">
      <a:spcBef>
        <a:spcPts val="0"/>
      </a:spcBef>
      <a:buNone/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indent="0" algn="r" rtl="1">
      <a:spcBef>
        <a:spcPts val="0"/>
      </a:spcBef>
      <a:buNone/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indent="0" algn="r" rtl="1">
      <a:spcBef>
        <a:spcPts val="0"/>
      </a:spcBef>
      <a:buNone/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indent="0" algn="r" rtl="1">
      <a:spcBef>
        <a:spcPts val="0"/>
      </a:spcBef>
      <a:buNone/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theme" Target="theme/theme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ableStyles" Target="tableStyles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1700000"/>
            <a:ext cx="10363200" cy="1800000"/>
          </a:xfrm>
        </p:spPr>
        <p:txBody>
          <a:bodyPr anchor="b"/>
          <a:lstStyle/>
          <a:p>
            <a:pPr algn="r" rtl="1"/>
            <a:endParaRPr lang="ar-AE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14400" y="3650000"/>
            <a:ext cx="10363200" cy="1200000"/>
          </a:xfrm>
        </p:spPr>
        <p:txBody>
          <a:bodyPr/>
          <a:lstStyle/>
          <a:p>
            <a:pPr algn="r" rtl="1"/>
            <a:endParaRPr lang="ar-AE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 rtl="1"/>
            <a:endParaRPr lang="ar-AE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r" rtl="1"/>
            <a:endParaRPr lang="ar-AE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 rtl="1"/>
            <a:endParaRPr lang="ar-AE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365125"/>
            <a:ext cx="11277600" cy="1325563"/>
          </a:xfrm>
        </p:spPr>
        <p:txBody>
          <a:bodyPr anchor="ctr"/>
          <a:lstStyle/>
          <a:p>
            <a:pPr algn="r" rtl="1"/>
            <a:endParaRPr lang="ar-AE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825625"/>
            <a:ext cx="11277600" cy="4351338"/>
          </a:xfrm>
        </p:spPr>
        <p:txBody>
          <a:bodyPr/>
          <a:lstStyle/>
          <a:p>
            <a:pPr algn="r" rtl="1"/>
            <a:endParaRPr lang="ar-AE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txStyles>
    <p:titleStyle>
      <a:lvl1pPr algn="r" rtl="1">
        <a:lnSpc>
          <a:spcPct val="90000"/>
        </a:lnSpc>
        <a:spcBef>
          <a:spcPct val="0"/>
        </a:spcBef>
        <a:buNone/>
        <a:defRPr sz="40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r" rtl="1">
        <a:spcBef>
          <a:spcPts val="1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r" rtl="1">
        <a:spcBef>
          <a:spcPts val="1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r" rtl="1">
        <a:spcBef>
          <a:spcPts val="1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r" rtl="1">
        <a:spcBef>
          <a:spcPts val="1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r" rtl="1">
        <a:spcBef>
          <a:spcPts val="1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r" rtl="1">
        <a:spcBef>
          <a:spcPts val="1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r" rtl="1">
        <a:spcBef>
          <a:spcPts val="1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r" rtl="1">
        <a:spcBef>
          <a:spcPts val="1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r" rtl="1">
        <a:spcBef>
          <a:spcPts val="1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lvl1pPr marL="0" indent="0" algn="r" rtl="1">
        <a:spcBef>
          <a:spcPts val="0"/>
        </a:spcBef>
        <a:buNone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0" algn="r" rtl="1">
        <a:spcBef>
          <a:spcPts val="0"/>
        </a:spcBef>
        <a:buNone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indent="0" algn="r" rtl="1">
        <a:spcBef>
          <a:spcPts val="0"/>
        </a:spcBef>
        <a:buNone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indent="0" algn="r" rtl="1">
        <a:spcBef>
          <a:spcPts val="0"/>
        </a:spcBef>
        <a:buNone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indent="0" algn="r" rtl="1">
        <a:spcBef>
          <a:spcPts val="0"/>
        </a:spcBef>
        <a:buNone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indent="0" algn="r" rtl="1">
        <a:spcBef>
          <a:spcPts val="0"/>
        </a:spcBef>
        <a:buNone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indent="0" algn="r" rtl="1">
        <a:spcBef>
          <a:spcPts val="0"/>
        </a:spcBef>
        <a:buNone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indent="0" algn="r" rtl="1">
        <a:spcBef>
          <a:spcPts val="0"/>
        </a:spcBef>
        <a:buNone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indent="0" algn="r" rtl="1">
        <a:spcBef>
          <a:spcPts val="0"/>
        </a:spcBef>
        <a:buNone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algn="r" rtl="1"/>
            <a:endParaRPr lang="ar-AE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algn="r" rtl="1"/>
            <a:endParaRPr lang="ar-AE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Xrero">
  <a:themeElements>
    <a:clrScheme name="Xrero">
      <a:dk1>
        <a:srgbClr val="1C1C1E"/>
      </a:dk1>
      <a:lt1>
        <a:srgbClr val="FFFFFF"/>
      </a:lt1>
      <a:dk2>
        <a:srgbClr val="17424C"/>
      </a:dk2>
      <a:lt2>
        <a:srgbClr val="F2F2F7"/>
      </a:lt2>
      <a:accent1>
        <a:srgbClr val="1F7A8C"/>
      </a:accent1>
      <a:accent2>
        <a:srgbClr val="C8963E"/>
      </a:accent2>
      <a:accent3>
        <a:srgbClr val="3E8E5A"/>
      </a:accent3>
      <a:accent4>
        <a:srgbClr val="4B5EAA"/>
      </a:accent4>
      <a:accent5>
        <a:srgbClr val="B5524A"/>
      </a:accent5>
      <a:accent6>
        <a:srgbClr val="6E6E73"/>
      </a:accent6>
      <a:hlink>
        <a:srgbClr val="1F7A8C"/>
      </a:hlink>
      <a:folHlink>
        <a:srgbClr val="5B4B8A"/>
      </a:folHlink>
    </a:clrScheme>
    <a:fontScheme name="Xrero Arabic">
      <a:majorFont>
        <a:latin typeface="Cairo"/>
        <a:ea typeface=""/>
        <a:cs typeface="Cairo"/>
      </a:majorFont>
      <a:minorFont>
        <a:latin typeface="Cairo"/>
        <a:ea typeface=""/>
        <a:cs typeface="Cairo"/>
      </a:minorFont>
    </a:fontScheme>
    <a:fmtScheme name="Xrero">
      <a:fillStyleLst>
        <a:solidFill>
          <a:schemeClr val="phClr"/>
        </a:solidFill>
        <a:solidFill>
          <a:schemeClr val="phClr">
            <a:tint val="50000"/>
          </a:schemeClr>
        </a:solidFill>
        <a:solidFill>
          <a:schemeClr val="phClr">
            <a:shade val="80000"/>
          </a:schemeClr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solidFill>
          <a:schemeClr val="phClr">
            <a:shade val="90000"/>
          </a:schemeClr>
        </a:solidFill>
      </a:bgFillStyleLst>
    </a:fmtScheme>
  </a:themeElements>
  <a:objectDefaults/>
  <a:extraClrSchemeLst/>
</a:theme>
</file>