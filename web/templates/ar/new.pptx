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 algn="r" rtl="1">
      <a:defRPr lang="ar-AE"/>
    </a:defPPr>
    <a:lvl1pPr marL="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r" rtl="1">
      <a:spcBef>
        <a:spcPts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0000"/>
            <a:ext cx="10363200" cy="1800000"/>
          </a:xfrm>
        </p:spPr>
        <p:txBody>
          <a:bodyPr anchor="b"/>
          <a:lstStyle/>
          <a:p>
            <a:pPr algn="r" rtl="1"/>
            <a:endParaRPr lang="ar-A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50000"/>
            <a:ext cx="10363200" cy="1200000"/>
          </a:xfrm>
        </p:spPr>
        <p:txBody>
          <a:bodyPr/>
          <a:lstStyle>
            <a:lvl1pPr marL="0" indent="0" algn="r" rtl="1">
              <a:buNone/>
              <a:defRPr sz="2400"/>
            </a:lvl1pPr>
          </a:lstStyle>
          <a:p>
            <a:pPr algn="r" rtl="1"/>
            <a:endParaRPr lang="ar-A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endParaRPr lang="ar-A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ar-A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endParaRPr lang="ar-A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277600" cy="1325563"/>
          </a:xfrm>
        </p:spPr>
        <p:txBody>
          <a:bodyPr anchor="ctr"/>
          <a:lstStyle/>
          <a:p>
            <a:pPr algn="r" rtl="1"/>
            <a:endParaRPr lang="ar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</p:spPr>
        <p:txBody>
          <a:bodyPr/>
          <a:lstStyle/>
          <a:p>
            <a:pPr algn="r" rtl="1"/>
            <a:endParaRPr lang="ar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r" rtl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rtl="1"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rtl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r" rtl="1"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endParaRPr lang="ar-A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rtl="1"/>
            <a:endParaRPr lang="ar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rero">
  <a:themeElements>
    <a:clrScheme name="Xrero">
      <a:dk1>
        <a:srgbClr val="1C1C1E"/>
      </a:dk1>
      <a:lt1>
        <a:srgbClr val="FFFFFF"/>
      </a:lt1>
      <a:dk2>
        <a:srgbClr val="17424C"/>
      </a:dk2>
      <a:lt2>
        <a:srgbClr val="F2F2F7"/>
      </a:lt2>
      <a:accent1>
        <a:srgbClr val="1F7A8C"/>
      </a:accent1>
      <a:accent2>
        <a:srgbClr val="C8963E"/>
      </a:accent2>
      <a:accent3>
        <a:srgbClr val="3E8E5A"/>
      </a:accent3>
      <a:accent4>
        <a:srgbClr val="4B5EAA"/>
      </a:accent4>
      <a:accent5>
        <a:srgbClr val="B5524A"/>
      </a:accent5>
      <a:accent6>
        <a:srgbClr val="6E6E73"/>
      </a:accent6>
      <a:hlink>
        <a:srgbClr val="1F7A8C"/>
      </a:hlink>
      <a:folHlink>
        <a:srgbClr val="5B4B8A"/>
      </a:folHlink>
    </a:clrScheme>
    <a:fontScheme name="Xrero Arabic">
      <a:majorFont>
        <a:latin typeface="Cairo"/>
        <a:ea typeface=""/>
        <a:cs typeface="Cairo"/>
      </a:majorFont>
      <a:minorFont>
        <a:latin typeface="Cairo"/>
        <a:ea typeface=""/>
        <a:cs typeface="Cairo"/>
      </a:minorFont>
    </a:fontScheme>
    <a:fmtScheme name="Xrer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